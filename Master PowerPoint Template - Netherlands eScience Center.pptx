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67" r:id="rId5"/>
    <p:sldId id="273" r:id="rId6"/>
    <p:sldId id="257" r:id="rId7"/>
    <p:sldId id="270" r:id="rId8"/>
    <p:sldId id="269" r:id="rId9"/>
    <p:sldId id="271" r:id="rId10"/>
    <p:sldId id="261" r:id="rId11"/>
    <p:sldId id="262" r:id="rId12"/>
    <p:sldId id="263" r:id="rId13"/>
    <p:sldId id="272" r:id="rId14"/>
    <p:sldId id="268" r:id="rId15"/>
    <p:sldId id="266" r:id="rId16"/>
  </p:sldIdLst>
  <p:sldSz cx="12192000" cy="6858000"/>
  <p:notesSz cx="6858000" cy="9144000"/>
  <p:embeddedFontLst>
    <p:embeddedFont>
      <p:font typeface="Assistant" pitchFamily="2" charset="-79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6B8BC-3B88-73EB-9BD6-9E2CCF49CB29}" v="2" dt="2024-05-08T18:39:17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0626" autoAdjust="0"/>
    <p:restoredTop sz="94660"/>
  </p:normalViewPr>
  <p:slideViewPr>
    <p:cSldViewPr snapToGrid="0">
      <p:cViewPr varScale="1">
        <p:scale>
          <a:sx n="68" d="100"/>
          <a:sy n="68" d="100"/>
        </p:scale>
        <p:origin x="77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FD75-F66A-4849-8F04-1D4BCBEA8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3760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FDA3F-E1B8-40BD-8CBB-3BE733B71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4240"/>
            <a:ext cx="9144000" cy="5435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13D7-779E-4E56-AAA8-196B6D23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F56F3-B404-4155-829A-16CCD590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0715F-5DAA-42CE-ADD5-D4D62E9E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31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FD75-F66A-4849-8F04-1D4BCBEA8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3760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FDA3F-E1B8-40BD-8CBB-3BE733B71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4240"/>
            <a:ext cx="9144000" cy="5435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13D7-779E-4E56-AAA8-196B6D23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F56F3-B404-4155-829A-16CCD590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0715F-5DAA-42CE-ADD5-D4D62E9E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64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654" y="1690688"/>
            <a:ext cx="4731989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654" y="3184071"/>
            <a:ext cx="4751615" cy="20769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jdelijke aanduiding voor tekst 8">
            <a:extLst>
              <a:ext uri="{FF2B5EF4-FFF2-40B4-BE49-F238E27FC236}">
                <a16:creationId xmlns:a16="http://schemas.microsoft.com/office/drawing/2014/main" id="{20C0D452-4650-C54D-8A93-1855E1E9F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5549" y="2126754"/>
            <a:ext cx="3288834" cy="280076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076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654" y="1690688"/>
            <a:ext cx="4731989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654" y="3184071"/>
            <a:ext cx="4751615" cy="20769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2FC0228-9E95-8343-95E7-721F4D7F7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5549" y="2126754"/>
            <a:ext cx="3288834" cy="280076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50416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1054" y="2457485"/>
            <a:ext cx="5172860" cy="52511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1054" y="2988125"/>
            <a:ext cx="5172860" cy="538843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accent3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8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9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07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88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0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20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654" y="1690688"/>
            <a:ext cx="4731989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654" y="3184071"/>
            <a:ext cx="4751615" cy="20769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21866999-EA1A-5D4E-A54C-32B05219E4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9114" y="1700647"/>
            <a:ext cx="3334964" cy="35592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88582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670" y="2022475"/>
            <a:ext cx="460248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Afbeelding 1">
            <a:extLst>
              <a:ext uri="{FF2B5EF4-FFF2-40B4-BE49-F238E27FC236}">
                <a16:creationId xmlns:a16="http://schemas.microsoft.com/office/drawing/2014/main" id="{071BA0D4-0B93-479D-85E8-08D60C517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71044" y="1925617"/>
            <a:ext cx="191697" cy="191697"/>
          </a:xfrm>
          <a:prstGeom prst="rect">
            <a:avLst/>
          </a:prstGeom>
        </p:spPr>
      </p:pic>
      <p:pic>
        <p:nvPicPr>
          <p:cNvPr id="13" name="Afbeelding 11">
            <a:extLst>
              <a:ext uri="{FF2B5EF4-FFF2-40B4-BE49-F238E27FC236}">
                <a16:creationId xmlns:a16="http://schemas.microsoft.com/office/drawing/2014/main" id="{FA5003EA-07F9-4F25-A16B-DD53E728F8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71044" y="3162746"/>
            <a:ext cx="191697" cy="191697"/>
          </a:xfrm>
          <a:prstGeom prst="rect">
            <a:avLst/>
          </a:prstGeom>
        </p:spPr>
      </p:pic>
      <p:pic>
        <p:nvPicPr>
          <p:cNvPr id="14" name="Afbeelding 12">
            <a:extLst>
              <a:ext uri="{FF2B5EF4-FFF2-40B4-BE49-F238E27FC236}">
                <a16:creationId xmlns:a16="http://schemas.microsoft.com/office/drawing/2014/main" id="{EA323091-C82C-4E4C-90C9-DB5E85A1AC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71044" y="4389118"/>
            <a:ext cx="191697" cy="191697"/>
          </a:xfrm>
          <a:prstGeom prst="rect">
            <a:avLst/>
          </a:prstGeom>
        </p:spPr>
      </p:pic>
      <p:sp>
        <p:nvSpPr>
          <p:cNvPr id="15" name="Tijdelijke aanduiding voor tekst 8">
            <a:extLst>
              <a:ext uri="{FF2B5EF4-FFF2-40B4-BE49-F238E27FC236}">
                <a16:creationId xmlns:a16="http://schemas.microsoft.com/office/drawing/2014/main" id="{4E29CA66-CB24-0949-A555-88562E3621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2" y="1858211"/>
            <a:ext cx="4602478" cy="924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endParaRPr lang="nl-NL" dirty="0"/>
          </a:p>
        </p:txBody>
      </p: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0C5C2877-54AF-AF42-BEE7-797EFC6326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2" y="3100603"/>
            <a:ext cx="4602478" cy="924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endParaRPr lang="nl-NL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2E443700-FF5F-1A4A-95F6-0E656D4F86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19852" y="4326938"/>
            <a:ext cx="4602478" cy="924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19788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CDD82BE-D135-C544-8C46-204EE67B6B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63" y="1543050"/>
            <a:ext cx="5938837" cy="3602038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80864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6DCD4-D09A-424D-BCF1-10D9CEB3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81BBE-0237-4A1F-BA6E-13DF7555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C6D35-11CD-4922-8A60-58D2E1AB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692AEA3-9819-8946-A9C8-BDDE9DB69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980" y="2821303"/>
            <a:ext cx="3034539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Let’s stay</a:t>
            </a:r>
            <a:br>
              <a:rPr lang="en-US" dirty="0"/>
            </a:br>
            <a:r>
              <a:rPr lang="en-US" dirty="0"/>
              <a:t>in touch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D7EA6672-B697-1F45-B601-485816F12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41850" y="2411300"/>
            <a:ext cx="3334964" cy="45407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 err="1"/>
              <a:t>www.eScienceCenter.nl</a:t>
            </a:r>
            <a:endParaRPr lang="nl-NL" dirty="0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8044E8D2-73A1-754B-A79F-38C8566011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1850" y="3138788"/>
            <a:ext cx="3334964" cy="45407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 err="1"/>
              <a:t>info@esciencecenter.com</a:t>
            </a:r>
            <a:endParaRPr lang="nl-NL" dirty="0"/>
          </a:p>
        </p:txBody>
      </p:sp>
      <p:sp>
        <p:nvSpPr>
          <p:cNvPr id="10" name="Tijdelijke aanduiding voor tekst 7">
            <a:extLst>
              <a:ext uri="{FF2B5EF4-FFF2-40B4-BE49-F238E27FC236}">
                <a16:creationId xmlns:a16="http://schemas.microsoft.com/office/drawing/2014/main" id="{5F583079-5811-6140-9BA6-DF65FDE867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41850" y="3865901"/>
            <a:ext cx="3334964" cy="45407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/>
              <a:t>+31 (0)20 460 4770</a:t>
            </a:r>
          </a:p>
        </p:txBody>
      </p:sp>
    </p:spTree>
    <p:extLst>
      <p:ext uri="{BB962C8B-B14F-4D97-AF65-F5344CB8AC3E}">
        <p14:creationId xmlns:p14="http://schemas.microsoft.com/office/powerpoint/2010/main" val="418016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953DF0-B3E3-4CA0-901B-3E9940F70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7C2B6-AE5B-4C95-AFBB-4E4C0CAEA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343F-3D17-496B-B837-C1FFB896E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30EFB-AB28-4A68-9CF2-24FEA7CF3D9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C3BB4-6034-4D3F-9DBD-013180527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F1FB-D371-4F1E-A37C-3BD40CF8F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0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2" r:id="rId3"/>
    <p:sldLayoutId id="2147483667" r:id="rId4"/>
    <p:sldLayoutId id="2147483663" r:id="rId5"/>
    <p:sldLayoutId id="2147483650" r:id="rId6"/>
    <p:sldLayoutId id="2147483671" r:id="rId7"/>
    <p:sldLayoutId id="2147483670" r:id="rId8"/>
    <p:sldLayoutId id="2147483661" r:id="rId9"/>
    <p:sldLayoutId id="2147483664" r:id="rId10"/>
    <p:sldLayoutId id="2147483668" r:id="rId11"/>
    <p:sldLayoutId id="2147483665" r:id="rId12"/>
    <p:sldLayoutId id="2147483669" r:id="rId13"/>
    <p:sldLayoutId id="214748366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google.com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FF62971-0846-A5F4-357B-14F800F7DC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151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CFFC9-AFCB-54CE-D208-FCE8C7F527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3712-7CAE-7783-39F3-D5F4F4FB1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83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480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95315C-530A-354B-ABAD-571EA19C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CE9244F-DCED-0F4D-A954-0AF249042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nl-NL" dirty="0">
                <a:cs typeface="Assistant"/>
                <a:hlinkClick r:id="rId2"/>
              </a:rPr>
              <a:t>Dit is mijn tekst</a:t>
            </a:r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629F462-AB8D-6643-B4AD-AE5B695740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2884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87F3C-CF70-6641-9B4A-C9816C95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7D8489-7265-AB40-9925-442641485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0E4B10C-F57E-1D4E-B33C-81AD32D24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201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36B9BC-C196-7A43-A8DF-8CF0A05C5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65B812F-E646-2048-91A6-DB2D9E8F7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Ovaal 1">
            <a:extLst>
              <a:ext uri="{FF2B5EF4-FFF2-40B4-BE49-F238E27FC236}">
                <a16:creationId xmlns:a16="http://schemas.microsoft.com/office/drawing/2014/main" id="{8561C631-685D-3140-8F1E-F7F843887643}"/>
              </a:ext>
            </a:extLst>
          </p:cNvPr>
          <p:cNvSpPr/>
          <p:nvPr/>
        </p:nvSpPr>
        <p:spPr>
          <a:xfrm>
            <a:off x="6635098" y="4112371"/>
            <a:ext cx="1169959" cy="1169959"/>
          </a:xfrm>
          <a:prstGeom prst="ellipse">
            <a:avLst/>
          </a:prstGeom>
          <a:blipFill dpi="0"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" name="Tijdelijke aanduiding voor tekst 8">
            <a:extLst>
              <a:ext uri="{FF2B5EF4-FFF2-40B4-BE49-F238E27FC236}">
                <a16:creationId xmlns:a16="http://schemas.microsoft.com/office/drawing/2014/main" id="{5EEF99B6-3ACC-FD4A-B7F5-5DCBA621573E}"/>
              </a:ext>
            </a:extLst>
          </p:cNvPr>
          <p:cNvSpPr txBox="1">
            <a:spLocks/>
          </p:cNvSpPr>
          <p:nvPr/>
        </p:nvSpPr>
        <p:spPr>
          <a:xfrm>
            <a:off x="8064966" y="4363058"/>
            <a:ext cx="2887956" cy="88769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endParaRPr lang="nl-NL" dirty="0"/>
          </a:p>
        </p:txBody>
      </p:sp>
      <p:sp>
        <p:nvSpPr>
          <p:cNvPr id="7" name="Tijdelijke aanduiding voor tekst 8">
            <a:extLst>
              <a:ext uri="{FF2B5EF4-FFF2-40B4-BE49-F238E27FC236}">
                <a16:creationId xmlns:a16="http://schemas.microsoft.com/office/drawing/2014/main" id="{B879F147-EA19-AC40-A4EB-B0565AC5C3CE}"/>
              </a:ext>
            </a:extLst>
          </p:cNvPr>
          <p:cNvSpPr txBox="1">
            <a:spLocks/>
          </p:cNvSpPr>
          <p:nvPr/>
        </p:nvSpPr>
        <p:spPr>
          <a:xfrm>
            <a:off x="6551053" y="3657380"/>
            <a:ext cx="4114799" cy="41523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Contact Person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2787687-E152-3145-AFC6-13722B505C9F}"/>
              </a:ext>
            </a:extLst>
          </p:cNvPr>
          <p:cNvSpPr txBox="1">
            <a:spLocks/>
          </p:cNvSpPr>
          <p:nvPr/>
        </p:nvSpPr>
        <p:spPr>
          <a:xfrm>
            <a:off x="634996" y="2942227"/>
            <a:ext cx="4114800" cy="2125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“Empowering</a:t>
            </a:r>
          </a:p>
          <a:p>
            <a:r>
              <a:rPr lang="en-US" dirty="0">
                <a:solidFill>
                  <a:schemeClr val="bg1"/>
                </a:solidFill>
              </a:rPr>
              <a:t>researchers across</a:t>
            </a:r>
          </a:p>
          <a:p>
            <a:r>
              <a:rPr lang="en-US" dirty="0">
                <a:solidFill>
                  <a:schemeClr val="bg1"/>
                </a:solidFill>
              </a:rPr>
              <a:t>all disciplines</a:t>
            </a:r>
          </a:p>
          <a:p>
            <a:r>
              <a:rPr lang="en-US" dirty="0">
                <a:solidFill>
                  <a:schemeClr val="bg1"/>
                </a:solidFill>
              </a:rPr>
              <a:t>through innovative</a:t>
            </a:r>
          </a:p>
          <a:p>
            <a:r>
              <a:rPr lang="en-US" dirty="0">
                <a:solidFill>
                  <a:schemeClr val="bg1"/>
                </a:solidFill>
              </a:rPr>
              <a:t>research software”</a:t>
            </a:r>
          </a:p>
        </p:txBody>
      </p:sp>
    </p:spTree>
    <p:extLst>
      <p:ext uri="{BB962C8B-B14F-4D97-AF65-F5344CB8AC3E}">
        <p14:creationId xmlns:p14="http://schemas.microsoft.com/office/powerpoint/2010/main" val="938601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B35046-9B92-4885-8706-668B0A082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EB560A-C18F-48B4-8EA0-8AC1594CD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57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BA1D16-C47D-4FB1-8DFD-329C3C682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0BBA16-A375-4181-8F54-1D23A5239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96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BCA74B-8F18-460A-A9EE-D750BB70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DF92F1-FBF0-4038-A1A8-1374A4543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14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598E4B-851E-BC46-AB83-F6640A024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7BC6CAF-D8CC-014B-B6CF-1550594B9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0E46EBE-600A-C14C-B4FD-6FAB5226DF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8725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76C060CC-786A-C549-99E3-926F8B744D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3097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8023C-E8B0-5D45-B2E2-C470D19A2F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980" y="2821303"/>
            <a:ext cx="3034539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Let’s stay</a:t>
            </a:r>
            <a:br>
              <a:rPr lang="en-US" dirty="0"/>
            </a:br>
            <a:r>
              <a:rPr lang="en-US" dirty="0"/>
              <a:t>in touch</a:t>
            </a:r>
          </a:p>
        </p:txBody>
      </p:sp>
      <p:sp>
        <p:nvSpPr>
          <p:cNvPr id="3" name="Tijdelijke aanduiding voor tekst 7">
            <a:extLst>
              <a:ext uri="{FF2B5EF4-FFF2-40B4-BE49-F238E27FC236}">
                <a16:creationId xmlns:a16="http://schemas.microsoft.com/office/drawing/2014/main" id="{3AD75782-B307-EE4B-B28C-3341D9638E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41850" y="2411300"/>
            <a:ext cx="3334964" cy="45407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 err="1"/>
              <a:t>www.eScienceCenter.nl</a:t>
            </a:r>
            <a:endParaRPr lang="nl-NL" dirty="0"/>
          </a:p>
        </p:txBody>
      </p:sp>
      <p:sp>
        <p:nvSpPr>
          <p:cNvPr id="4" name="Tijdelijke aanduiding voor tekst 7">
            <a:extLst>
              <a:ext uri="{FF2B5EF4-FFF2-40B4-BE49-F238E27FC236}">
                <a16:creationId xmlns:a16="http://schemas.microsoft.com/office/drawing/2014/main" id="{95E3912A-4C7D-E14E-AA32-A9DFF63E84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1850" y="3138788"/>
            <a:ext cx="3334964" cy="454071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/>
              <a:t>info@esciencecenter.nl</a:t>
            </a:r>
          </a:p>
        </p:txBody>
      </p:sp>
      <p:sp>
        <p:nvSpPr>
          <p:cNvPr id="5" name="Tijdelijke aanduiding voor tekst 7">
            <a:extLst>
              <a:ext uri="{FF2B5EF4-FFF2-40B4-BE49-F238E27FC236}">
                <a16:creationId xmlns:a16="http://schemas.microsoft.com/office/drawing/2014/main" id="{F6209456-4EFA-3843-8A44-4722F9136E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41850" y="3865901"/>
            <a:ext cx="3334964" cy="45407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l-NL" dirty="0"/>
              <a:t>+31 (0)20 460 4770</a:t>
            </a:r>
          </a:p>
        </p:txBody>
      </p:sp>
    </p:spTree>
    <p:extLst>
      <p:ext uri="{BB962C8B-B14F-4D97-AF65-F5344CB8AC3E}">
        <p14:creationId xmlns:p14="http://schemas.microsoft.com/office/powerpoint/2010/main" val="673175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Science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DDD"/>
      </a:accent1>
      <a:accent2>
        <a:srgbClr val="380338"/>
      </a:accent2>
      <a:accent3>
        <a:srgbClr val="FFB213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DDD"/>
      </a:folHlink>
    </a:clrScheme>
    <a:fontScheme name="Custom 2">
      <a:majorFont>
        <a:latin typeface="Nunito"/>
        <a:ea typeface=""/>
        <a:cs typeface=""/>
      </a:majorFont>
      <a:minorFont>
        <a:latin typeface="Assista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89afee-6346-4778-ba81-7e1f775636f0" xsi:nil="true"/>
    <lcf76f155ced4ddcb4097134ff3c332f xmlns="6f06fa5a-90cf-43a2-82b6-2b627dc0e2d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94B7504ED68345BE9FCDC509D9CFC8" ma:contentTypeVersion="14" ma:contentTypeDescription="Create a new document." ma:contentTypeScope="" ma:versionID="01c3bdd69f718f905f787276b3368bdd">
  <xsd:schema xmlns:xsd="http://www.w3.org/2001/XMLSchema" xmlns:xs="http://www.w3.org/2001/XMLSchema" xmlns:p="http://schemas.microsoft.com/office/2006/metadata/properties" xmlns:ns2="6f06fa5a-90cf-43a2-82b6-2b627dc0e2df" xmlns:ns3="1689afee-6346-4778-ba81-7e1f775636f0" targetNamespace="http://schemas.microsoft.com/office/2006/metadata/properties" ma:root="true" ma:fieldsID="9ad7abdc89e489ffa613929e324a32e6" ns2:_="" ns3:_="">
    <xsd:import namespace="6f06fa5a-90cf-43a2-82b6-2b627dc0e2df"/>
    <xsd:import namespace="1689afee-6346-4778-ba81-7e1f775636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06fa5a-90cf-43a2-82b6-2b627dc0e2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c0ad629c-0c64-4cfd-a7c6-02f1c6e49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9afee-6346-4778-ba81-7e1f775636f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a59fa242-7911-4a94-9d04-5686ff581d7e}" ma:internalName="TaxCatchAll" ma:showField="CatchAllData" ma:web="1689afee-6346-4778-ba81-7e1f775636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FF6FBF-B4F4-49AD-A88B-091F94ABFAFA}">
  <ds:schemaRefs>
    <ds:schemaRef ds:uri="6f35d0f1-6b87-42ba-ba3e-91c0d4d98947"/>
    <ds:schemaRef ds:uri="d524e8e6-9967-4aee-9f44-a119181d2657"/>
    <ds:schemaRef ds:uri="http://schemas.microsoft.com/office/2006/metadata/properties"/>
    <ds:schemaRef ds:uri="http://schemas.microsoft.com/office/infopath/2007/PartnerControls"/>
    <ds:schemaRef ds:uri="1689afee-6346-4778-ba81-7e1f775636f0"/>
    <ds:schemaRef ds:uri="6f06fa5a-90cf-43a2-82b6-2b627dc0e2df"/>
  </ds:schemaRefs>
</ds:datastoreItem>
</file>

<file path=customXml/itemProps2.xml><?xml version="1.0" encoding="utf-8"?>
<ds:datastoreItem xmlns:ds="http://schemas.openxmlformats.org/officeDocument/2006/customXml" ds:itemID="{B72CECC3-7DC2-48A3-A34C-CF77ADEDD2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CC93FF-F140-4CEC-A647-73A7F61281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06fa5a-90cf-43a2-82b6-2b627dc0e2df"/>
    <ds:schemaRef ds:uri="1689afee-6346-4778-ba81-7e1f775636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stay in touch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Netherlands eScience Center</dc:title>
  <dc:creator>Ben van Werkhoven</dc:creator>
  <cp:lastModifiedBy>Elena Ranguelova</cp:lastModifiedBy>
  <cp:revision>109</cp:revision>
  <dcterms:created xsi:type="dcterms:W3CDTF">2021-07-14T12:30:17Z</dcterms:created>
  <dcterms:modified xsi:type="dcterms:W3CDTF">2026-09-11T08:21:15Z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0x0101007794B7504ED68345BE9FCDC509D9CFC8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xd_Signature">
    <vt:bool>false</vt:bool>
  </property>
  <property fmtid="{D5CDD505-2E9C-101B-9397-08002B2CF9AE}" pid="11" name="TriggerFlowInfo">
    <vt:lpwstr/>
  </property>
</Properties>
</file>